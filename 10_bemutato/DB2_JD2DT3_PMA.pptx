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59" r:id="rId7"/>
    <p:sldId id="264" r:id="rId8"/>
    <p:sldId id="258" r:id="rId9"/>
    <p:sldId id="263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75F37-57CA-40F0-BE14-150E38AADB06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5DBE6-A2C3-40E9-B549-EADE678902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306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5DBE6-A2C3-40E9-B549-EADE678902B9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4881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5DBE6-A2C3-40E9-B549-EADE678902B9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559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4349-1BB0-33D9-EF58-7236DD027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B4DD0-2EA3-2EA9-ED50-82FC315D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B8D7-A716-20C0-92FE-CDCE1494C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5C8B-A20F-FF27-0B23-9AE18A73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A4B60-D132-994F-55D9-5BB6CF8C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888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C524-9EC8-9C70-42CE-5CBA1FD9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9981-C673-51A1-69B3-18701B5FC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BB63F-1162-994D-EFD4-436E53DD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93003-26BD-75BE-F8D9-C7948833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0D3D-573D-C501-F544-472BFE34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97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60DC-52A2-A021-847F-3824C5A4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FAF4F-C72F-D6A0-6EC2-F91FD676E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0EDD1-A70C-2196-80E5-E140E518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2B747-6FEF-2C3E-EBCC-46A477FC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621D-2ADB-0DC2-6FC0-14E90E31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369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B8D6-2EEF-3833-A358-F621AE6A3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569B-8B95-13FD-6FDD-790B9F282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3BEB0-5B21-22A2-1C1B-221488C35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6AE2-1ACF-3EFA-5801-45580CCA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2E9A8-C494-0920-4125-4D151CDB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962E9-105B-3C0F-777F-08482E4A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556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895B-7B3D-6DED-C4AA-250CCDF9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A7021-F28D-7D5C-BB7F-F4F49006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3B040-19FF-D9BB-2B3C-F1D1876E2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2B2F5-DE8B-5761-7A3F-C3CDF0D66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89143-631A-18C0-975F-208C2C63E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7F3D44-F0E9-8641-2488-5139A3A4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AECBC-374A-EE08-BEA6-6A149B83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115744-0000-AC73-091A-E974FEAA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474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A1DE-E213-400C-5E00-CCA33B58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27462-C1E4-0B7E-B6A5-3E21EFF7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4762B-1B73-8DA7-193F-29EB9C31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3C870-270E-A988-0F05-66B0E7E4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817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A46B2-7F9C-A6A4-FC35-800D9B51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395B9-0EEE-5718-3572-00E4867B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B04C6-0426-1EC0-B9BE-7090441F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821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4AF4-1DAB-84E0-75B7-217F6084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43C2-8550-CD4A-49E5-835ECB1AE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4C0A5-EE0B-434F-3C7D-09861200F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49D35-CF36-B8A8-3CDF-CA2CA96E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B80F8-272D-A8AE-C684-891BA6D9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69F94-0B13-32A6-73FC-F3B77363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19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EBF3-4C2E-65C0-6993-373DCBA5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E8812-0637-8C13-385C-B32E6338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CB647-8CFD-8FE5-3E64-68D0D963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ED04A-61C7-EEFF-9A05-EA56A732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2D81F-23F2-F306-8739-6DC39B8A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12398-81D3-CD89-9765-FE7A513E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875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B3BD-5B83-2B13-ED01-9ECE8AAE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14A46-F15B-E597-C3E5-E3AC6B8C4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D6FF6-3C67-829B-27A9-063BD094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4A9A1-4827-E9D3-EAC7-BA2A7EEB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C25F6-6B2E-7CD1-405B-E180514B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244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5AB76-3B57-C72F-109A-D7EF0C5A0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3AC14-7C30-7D6F-4176-B9A47EDFF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D10B9-FE48-C941-CD81-A8FAAFA9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3955-1B0D-46B0-4921-9346866F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BBF5-693E-3A5C-8C11-08FEBC08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51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FE680-B014-1E53-7AD0-6335F334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B9C7B-A80C-4D0C-46D1-D68A3053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3BF57-407F-06E9-2443-DA5D89FCC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4E0C9-FB9C-444A-A9D7-3F8B0FE17504}" type="datetimeFigureOut">
              <a:rPr lang="hu-HU" smtClean="0"/>
              <a:t>2026. 01. 13.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75E9F-490A-40D2-1DB0-2B58403D0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850A-3E94-3275-DF94-75C1A1530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F8E35-67BD-48DD-8FF8-37546261D4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27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B0D-E880-827A-6B78-72150F91A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Adatbázisok 2. Projekt Bemutató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877F8-91D9-B40A-BB8D-CDE051B4A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Trunk Péter JD2DT3</a:t>
            </a:r>
          </a:p>
        </p:txBody>
      </p:sp>
    </p:spTree>
    <p:extLst>
      <p:ext uri="{BB962C8B-B14F-4D97-AF65-F5344CB8AC3E}">
        <p14:creationId xmlns:p14="http://schemas.microsoft.com/office/powerpoint/2010/main" val="40160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B6FC-35F6-6DE6-5E6C-939ED3BB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felépítése</a:t>
            </a:r>
          </a:p>
        </p:txBody>
      </p:sp>
      <p:pic>
        <p:nvPicPr>
          <p:cNvPr id="5" name="Kép 4" descr="A képen képernyőkép, szöveg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4865D9F-D4F2-B091-2692-69C3B69E0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5" y="1563289"/>
            <a:ext cx="4515480" cy="2638793"/>
          </a:xfrm>
          <a:prstGeom prst="rect">
            <a:avLst/>
          </a:prstGeom>
        </p:spPr>
      </p:pic>
      <p:pic>
        <p:nvPicPr>
          <p:cNvPr id="7" name="Kép 6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5A1591F-6CCE-4876-4471-3EF0CDC42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49" y="1563289"/>
            <a:ext cx="2658902" cy="4829175"/>
          </a:xfrm>
          <a:prstGeom prst="rect">
            <a:avLst/>
          </a:prstGeom>
        </p:spPr>
      </p:pic>
      <p:pic>
        <p:nvPicPr>
          <p:cNvPr id="9" name="Kép 8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D91A51B-D994-061E-C5DE-A443B813E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865" y="1566069"/>
            <a:ext cx="4294522" cy="4926806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490CD912-C9B0-CA02-C05A-60D890580E8A}"/>
              </a:ext>
            </a:extLst>
          </p:cNvPr>
          <p:cNvSpPr txBox="1"/>
          <p:nvPr/>
        </p:nvSpPr>
        <p:spPr>
          <a:xfrm>
            <a:off x="9126844" y="843240"/>
            <a:ext cx="222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Képek: dbdiagram.io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3E2972A-3618-87BB-C193-70D292529A0E}"/>
              </a:ext>
            </a:extLst>
          </p:cNvPr>
          <p:cNvSpPr txBox="1"/>
          <p:nvPr/>
        </p:nvSpPr>
        <p:spPr>
          <a:xfrm>
            <a:off x="256032" y="4443984"/>
            <a:ext cx="4059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Szükséges adatok tárolása egy projekt menedzsment alkalmazáshoz: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Userek</a:t>
            </a:r>
            <a:r>
              <a:rPr lang="hu-HU" dirty="0"/>
              <a:t>, </a:t>
            </a:r>
            <a:r>
              <a:rPr lang="hu-HU" dirty="0" err="1"/>
              <a:t>Role</a:t>
            </a:r>
            <a:r>
              <a:rPr lang="hu-HU" dirty="0"/>
              <a:t>-ok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Projektek, </a:t>
            </a:r>
            <a:r>
              <a:rPr lang="hu-HU" dirty="0" err="1"/>
              <a:t>Boardok</a:t>
            </a:r>
            <a:r>
              <a:rPr lang="hu-HU" dirty="0"/>
              <a:t>, Oszlopok, </a:t>
            </a:r>
            <a:r>
              <a:rPr lang="hu-HU" dirty="0" err="1"/>
              <a:t>Taskok</a:t>
            </a:r>
            <a:r>
              <a:rPr lang="hu-H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Activity</a:t>
            </a:r>
            <a:r>
              <a:rPr lang="hu-HU" dirty="0"/>
              <a:t>, </a:t>
            </a:r>
            <a:r>
              <a:rPr lang="hu-HU" dirty="0" err="1"/>
              <a:t>Label</a:t>
            </a:r>
            <a:r>
              <a:rPr lang="hu-HU" dirty="0"/>
              <a:t>, Comment,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Git</a:t>
            </a:r>
            <a:r>
              <a:rPr lang="hu-HU" dirty="0"/>
              <a:t> integráció, </a:t>
            </a:r>
            <a:r>
              <a:rPr lang="hu-HU" dirty="0" err="1"/>
              <a:t>Commit</a:t>
            </a:r>
            <a:r>
              <a:rPr lang="hu-HU" dirty="0"/>
              <a:t>, PR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1259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6B24-3847-636A-5C80-D44618C9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Tábla kezelő PKG-k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9630-C444-5D60-8B00-89587AAA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Általánosságban CRUD-ot kiváltó PRC-k + Egyéb speciális funkcionalitás.</a:t>
            </a:r>
          </a:p>
          <a:p>
            <a:r>
              <a:rPr lang="hu-HU" dirty="0"/>
              <a:t>Szinte minden táblához külön PKG.</a:t>
            </a:r>
          </a:p>
          <a:p>
            <a:r>
              <a:rPr lang="hu-HU" dirty="0"/>
              <a:t>Fontosabb PKG-k:</a:t>
            </a:r>
          </a:p>
          <a:p>
            <a:pPr lvl="1"/>
            <a:r>
              <a:rPr lang="hu-HU" dirty="0"/>
              <a:t>pkg_exceptions</a:t>
            </a:r>
          </a:p>
          <a:p>
            <a:pPr lvl="1"/>
            <a:r>
              <a:rPr lang="hu-HU" dirty="0"/>
              <a:t>err_log_pkg</a:t>
            </a:r>
          </a:p>
          <a:p>
            <a:pPr lvl="1"/>
            <a:r>
              <a:rPr lang="hu-HU" dirty="0"/>
              <a:t>activity_log_mgmt_pkg</a:t>
            </a:r>
          </a:p>
          <a:p>
            <a:pPr lvl="1"/>
            <a:r>
              <a:rPr lang="hu-HU" dirty="0"/>
              <a:t>sprint_mgmt_pkg</a:t>
            </a:r>
          </a:p>
          <a:p>
            <a:pPr lvl="1"/>
            <a:r>
              <a:rPr lang="hu-HU" dirty="0"/>
              <a:t>board_mgmt_pkg</a:t>
            </a:r>
          </a:p>
          <a:p>
            <a:pPr lvl="1"/>
            <a:r>
              <a:rPr lang="hu-HU" dirty="0"/>
              <a:t>column_mgmt_pkg</a:t>
            </a:r>
          </a:p>
          <a:p>
            <a:pPr lvl="1"/>
            <a:r>
              <a:rPr lang="hu-HU" dirty="0"/>
              <a:t>task_mgmt_pkg</a:t>
            </a:r>
          </a:p>
          <a:p>
            <a:pPr lvl="1"/>
            <a:r>
              <a:rPr lang="hu-HU" dirty="0"/>
              <a:t>task_overview_pkg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515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695C-3034-8AD8-BE7F-5C708737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Projekt_mgmt_pkg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C051-83AB-C51D-7B49-4CF24A445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Projekt létrehozás után automatikus projekthez tartozó SEQ-ek létrehozása.</a:t>
            </a:r>
          </a:p>
          <a:p>
            <a:r>
              <a:rPr lang="hu-HU" dirty="0"/>
              <a:t>Ezzel </a:t>
            </a:r>
            <a:r>
              <a:rPr lang="hu-HU" dirty="0" err="1"/>
              <a:t>projektenkénti</a:t>
            </a:r>
            <a:r>
              <a:rPr lang="hu-HU" dirty="0"/>
              <a:t> külön számlálót kapnak a </a:t>
            </a:r>
            <a:r>
              <a:rPr lang="hu-HU" dirty="0" err="1"/>
              <a:t>taskok</a:t>
            </a:r>
            <a:r>
              <a:rPr lang="hu-HU" dirty="0"/>
              <a:t>, Task_key formájában.</a:t>
            </a:r>
          </a:p>
          <a:p>
            <a:r>
              <a:rPr lang="hu-HU" dirty="0"/>
              <a:t>Ezt használjuk a Git webhook által kiváltott ellenőrzés során is.</a:t>
            </a:r>
          </a:p>
          <a:p>
            <a:r>
              <a:rPr lang="hu-HU" dirty="0"/>
              <a:t>Task_Key és projekthez tartozó SEQ-name előállítása külön util_pkg-vel zajlik: </a:t>
            </a:r>
            <a:r>
              <a:rPr lang="en-US" dirty="0" err="1"/>
              <a:t>build_next_task_key_fnc</a:t>
            </a:r>
            <a:r>
              <a:rPr lang="hu-HU" dirty="0"/>
              <a:t>, </a:t>
            </a:r>
            <a:r>
              <a:rPr lang="en-US" dirty="0" err="1"/>
              <a:t>build_task_seq_name_fnc</a:t>
            </a:r>
            <a:endParaRPr lang="hu-H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BDF7C-61BF-EAD0-1383-DABF0309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979" y="4996491"/>
            <a:ext cx="4778774" cy="1496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74104-B37C-03BC-C853-18B1CB997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" y="5418896"/>
            <a:ext cx="4562186" cy="75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9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4955-C6C2-322D-473F-0C5CA360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Git</a:t>
            </a:r>
            <a:r>
              <a:rPr lang="hu-HU" dirty="0"/>
              <a:t> </a:t>
            </a:r>
            <a:r>
              <a:rPr lang="hu-HU" dirty="0" err="1"/>
              <a:t>Webhook</a:t>
            </a:r>
            <a:r>
              <a:rPr lang="hu-HU" dirty="0"/>
              <a:t> kiértékelés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6F129-EAB7-1EBF-00DE-3BD9EBCB2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Procedúrával ellenőrizzük hogy létezik-e ilyen </a:t>
            </a:r>
            <a:r>
              <a:rPr lang="hu-HU" dirty="0" err="1"/>
              <a:t>task</a:t>
            </a:r>
            <a:r>
              <a:rPr lang="hu-HU" dirty="0"/>
              <a:t>, ha igen akkor felvesszük!</a:t>
            </a:r>
          </a:p>
          <a:p>
            <a:r>
              <a:rPr lang="hu-HU" dirty="0" err="1"/>
              <a:t>Git_integration_mgmt_pkg.process_git_message_fnc</a:t>
            </a:r>
            <a:r>
              <a:rPr lang="hu-HU" dirty="0"/>
              <a:t> ellenőriz, eldönti hogy milyen fajta esemény, beszúr.</a:t>
            </a:r>
          </a:p>
          <a:p>
            <a:r>
              <a:rPr lang="hu-HU" dirty="0" err="1"/>
              <a:t>Regular</a:t>
            </a:r>
            <a:r>
              <a:rPr lang="hu-HU" dirty="0"/>
              <a:t> </a:t>
            </a:r>
            <a:r>
              <a:rPr lang="hu-HU" dirty="0" err="1"/>
              <a:t>Expressionnel</a:t>
            </a:r>
            <a:r>
              <a:rPr lang="hu-HU" dirty="0"/>
              <a:t> megkeressük az üzenetben a lényeges részt.</a:t>
            </a:r>
          </a:p>
          <a:p>
            <a:r>
              <a:rPr lang="hu-HU" dirty="0"/>
              <a:t>Valid </a:t>
            </a:r>
            <a:r>
              <a:rPr lang="hu-HU" dirty="0" err="1"/>
              <a:t>Task_Key</a:t>
            </a:r>
            <a:r>
              <a:rPr lang="hu-HU" dirty="0"/>
              <a:t> pl.: PMA-0012</a:t>
            </a:r>
          </a:p>
          <a:p>
            <a:r>
              <a:rPr lang="hu-HU" dirty="0" err="1"/>
              <a:t>Invalid</a:t>
            </a:r>
            <a:r>
              <a:rPr lang="hu-HU" dirty="0"/>
              <a:t>: Nincs ilyen </a:t>
            </a:r>
            <a:r>
              <a:rPr lang="hu-HU" dirty="0" err="1"/>
              <a:t>proj_key</a:t>
            </a:r>
            <a:r>
              <a:rPr lang="hu-HU" dirty="0"/>
              <a:t>, vagy megadott számú </a:t>
            </a:r>
            <a:r>
              <a:rPr lang="hu-HU" dirty="0" err="1"/>
              <a:t>task</a:t>
            </a:r>
            <a:r>
              <a:rPr lang="hu-HU" dirty="0"/>
              <a:t> nem létezik, hiba kiváltása.</a:t>
            </a:r>
          </a:p>
        </p:txBody>
      </p:sp>
    </p:spTree>
    <p:extLst>
      <p:ext uri="{BB962C8B-B14F-4D97-AF65-F5344CB8AC3E}">
        <p14:creationId xmlns:p14="http://schemas.microsoft.com/office/powerpoint/2010/main" val="139233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817-DF97-F506-89C1-F96DB83A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Auditáció és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D293-554F-EFB4-AF1D-70DB9258F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Dinamikus SQL-es megvalósítások</a:t>
            </a:r>
          </a:p>
          <a:p>
            <a:pPr lvl="1"/>
            <a:r>
              <a:rPr lang="hu-HU" dirty="0" err="1"/>
              <a:t>Auditációs</a:t>
            </a:r>
            <a:r>
              <a:rPr lang="hu-HU" dirty="0"/>
              <a:t> mezők automatikus beszúrása (MOD_USER, DML_FLAG, LAST_MODIFIED, VERSION)</a:t>
            </a:r>
          </a:p>
          <a:p>
            <a:pPr lvl="1"/>
            <a:r>
              <a:rPr lang="hu-HU" dirty="0"/>
              <a:t>&lt;Tábla_Név&gt;_h history tábla létrehozása</a:t>
            </a:r>
          </a:p>
          <a:p>
            <a:pPr lvl="1"/>
            <a:r>
              <a:rPr lang="hu-HU" dirty="0" err="1"/>
              <a:t>History</a:t>
            </a:r>
            <a:r>
              <a:rPr lang="hu-HU" dirty="0"/>
              <a:t> </a:t>
            </a:r>
            <a:r>
              <a:rPr lang="hu-HU" dirty="0" err="1"/>
              <a:t>triggerek</a:t>
            </a:r>
            <a:r>
              <a:rPr lang="hu-HU" dirty="0"/>
              <a:t> és automatikus ID kitöltő triggerek létrehozása</a:t>
            </a:r>
          </a:p>
          <a:p>
            <a:r>
              <a:rPr lang="hu-HU" dirty="0"/>
              <a:t>Ezek egy PKG-ben: audit_util_pkg</a:t>
            </a:r>
          </a:p>
          <a:p>
            <a:pPr lvl="1"/>
            <a:r>
              <a:rPr lang="hu-HU" dirty="0"/>
              <a:t>create_auto_id_created_trg_prc</a:t>
            </a:r>
          </a:p>
          <a:p>
            <a:pPr lvl="1"/>
            <a:r>
              <a:rPr lang="hu-HU" dirty="0"/>
              <a:t>create_historisation_for_table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8074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8ADB84-E5F1-42AE-847E-D39CDD35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Problémák a megvalósítással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09EFA2-D243-03A5-F980-A71EF34CE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Nem tudja kezelni utólagos változtatásokat (ALTER) egy tábla esetében ha már létrejött egy </a:t>
            </a:r>
            <a:r>
              <a:rPr lang="hu-HU" dirty="0" err="1"/>
              <a:t>trigger</a:t>
            </a:r>
            <a:r>
              <a:rPr lang="hu-HU" dirty="0"/>
              <a:t> / _h tábla.</a:t>
            </a:r>
          </a:p>
          <a:p>
            <a:r>
              <a:rPr lang="hu-HU" dirty="0"/>
              <a:t>Nem teljesen automatizált, nem tér ki minden </a:t>
            </a:r>
            <a:r>
              <a:rPr lang="hu-HU" dirty="0" err="1"/>
              <a:t>auditációs</a:t>
            </a:r>
            <a:r>
              <a:rPr lang="hu-HU" dirty="0"/>
              <a:t> mező lehetőségre.</a:t>
            </a:r>
          </a:p>
          <a:p>
            <a:r>
              <a:rPr lang="hu-HU" dirty="0"/>
              <a:t>Nem elég csak újra futtatni főleg ha már vannak adatok a _h táblában.</a:t>
            </a:r>
          </a:p>
        </p:txBody>
      </p:sp>
    </p:spTree>
    <p:extLst>
      <p:ext uri="{BB962C8B-B14F-4D97-AF65-F5344CB8AC3E}">
        <p14:creationId xmlns:p14="http://schemas.microsoft.com/office/powerpoint/2010/main" val="210688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A0308F8-29C6-C993-DBD1-14FF8126FA3F}"/>
              </a:ext>
            </a:extLst>
          </p:cNvPr>
          <p:cNvSpPr/>
          <p:nvPr/>
        </p:nvSpPr>
        <p:spPr>
          <a:xfrm>
            <a:off x="164592" y="2011680"/>
            <a:ext cx="5112734" cy="46085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94173-4499-A423-D01B-91706776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Type-ok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32F3A-52D6-646B-AB9C-2A9EC079CC7B}"/>
              </a:ext>
            </a:extLst>
          </p:cNvPr>
          <p:cNvSpPr txBox="1"/>
          <p:nvPr/>
        </p:nvSpPr>
        <p:spPr>
          <a:xfrm>
            <a:off x="164592" y="2554180"/>
            <a:ext cx="211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Ty_Board_Overview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2E130D-0124-C14B-D7D0-93840B07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345" y="728530"/>
            <a:ext cx="3924848" cy="3172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97A04F-8E46-3CF1-78AD-7450B917A44D}"/>
              </a:ext>
            </a:extLst>
          </p:cNvPr>
          <p:cNvSpPr txBox="1"/>
          <p:nvPr/>
        </p:nvSpPr>
        <p:spPr>
          <a:xfrm>
            <a:off x="1341120" y="3125610"/>
            <a:ext cx="2541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Ty_Column_Overview_L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19747-7DB1-9097-6D6E-A0666F51B4A2}"/>
              </a:ext>
            </a:extLst>
          </p:cNvPr>
          <p:cNvSpPr txBox="1"/>
          <p:nvPr/>
        </p:nvSpPr>
        <p:spPr>
          <a:xfrm>
            <a:off x="292082" y="3900799"/>
            <a:ext cx="232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Ty_Column_Overview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8F670-4F8D-E038-7EAD-C199778D26BF}"/>
              </a:ext>
            </a:extLst>
          </p:cNvPr>
          <p:cNvSpPr txBox="1"/>
          <p:nvPr/>
        </p:nvSpPr>
        <p:spPr>
          <a:xfrm>
            <a:off x="2612782" y="3900799"/>
            <a:ext cx="232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Ty_Column_Overview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BEC81-743A-D639-FA96-DEC599ECEF50}"/>
              </a:ext>
            </a:extLst>
          </p:cNvPr>
          <p:cNvSpPr txBox="1"/>
          <p:nvPr/>
        </p:nvSpPr>
        <p:spPr>
          <a:xfrm>
            <a:off x="353732" y="4438675"/>
            <a:ext cx="2184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Ty_Task_Overview_L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9949E-B0F2-934C-A00B-70F0B97C6859}"/>
              </a:ext>
            </a:extLst>
          </p:cNvPr>
          <p:cNvSpPr txBox="1"/>
          <p:nvPr/>
        </p:nvSpPr>
        <p:spPr>
          <a:xfrm>
            <a:off x="2674431" y="4464438"/>
            <a:ext cx="2184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Ty_Task_Overview_L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138D65-BB0A-D315-19B7-E5A3F058237F}"/>
              </a:ext>
            </a:extLst>
          </p:cNvPr>
          <p:cNvSpPr txBox="1"/>
          <p:nvPr/>
        </p:nvSpPr>
        <p:spPr>
          <a:xfrm>
            <a:off x="574947" y="5161217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4C57ED-5A68-3921-3711-E179435FA54D}"/>
              </a:ext>
            </a:extLst>
          </p:cNvPr>
          <p:cNvSpPr txBox="1"/>
          <p:nvPr/>
        </p:nvSpPr>
        <p:spPr>
          <a:xfrm>
            <a:off x="574947" y="5642380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2E4284-3DDD-16C1-1615-B55A0A8AD9FF}"/>
              </a:ext>
            </a:extLst>
          </p:cNvPr>
          <p:cNvSpPr txBox="1"/>
          <p:nvPr/>
        </p:nvSpPr>
        <p:spPr>
          <a:xfrm>
            <a:off x="574947" y="6123543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6F609-700A-EFE3-F525-7EA4BE52D2F4}"/>
              </a:ext>
            </a:extLst>
          </p:cNvPr>
          <p:cNvSpPr txBox="1"/>
          <p:nvPr/>
        </p:nvSpPr>
        <p:spPr>
          <a:xfrm>
            <a:off x="2969996" y="5161217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8C306C-81E6-A600-9DBD-1A24E1FBB22A}"/>
              </a:ext>
            </a:extLst>
          </p:cNvPr>
          <p:cNvSpPr txBox="1"/>
          <p:nvPr/>
        </p:nvSpPr>
        <p:spPr>
          <a:xfrm>
            <a:off x="2969996" y="5642380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DC72A-9448-FA77-BDBD-6C709D0D139E}"/>
              </a:ext>
            </a:extLst>
          </p:cNvPr>
          <p:cNvSpPr txBox="1"/>
          <p:nvPr/>
        </p:nvSpPr>
        <p:spPr>
          <a:xfrm>
            <a:off x="2969996" y="6123543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Ty_Task_Overview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AA39F59-63CB-7FE0-FAB4-00930A16A8F0}"/>
              </a:ext>
            </a:extLst>
          </p:cNvPr>
          <p:cNvCxnSpPr>
            <a:stCxn id="6" idx="2"/>
            <a:endCxn id="11" idx="1"/>
          </p:cNvCxnSpPr>
          <p:nvPr/>
        </p:nvCxnSpPr>
        <p:spPr>
          <a:xfrm rot="16200000" flipH="1">
            <a:off x="1088369" y="3057525"/>
            <a:ext cx="386764" cy="1187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B5EEC1E-329B-313F-10AC-89CA585AFA8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1829327" y="3118048"/>
            <a:ext cx="405857" cy="11596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030F883-EB74-7FAF-BDAE-96E7DDAE733C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rot="16200000" flipH="1">
            <a:off x="2989676" y="3117342"/>
            <a:ext cx="405857" cy="11610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DC133D5-7BDB-FB86-7211-C3B1660932A7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5400000">
            <a:off x="1364986" y="4351229"/>
            <a:ext cx="168544" cy="63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22F6C98-A6DA-3982-C2F5-8AE7447EA9D0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5400000">
            <a:off x="3672804" y="4364109"/>
            <a:ext cx="194307" cy="6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FEAFC61-908A-2CCF-6AF7-8975124DCA44}"/>
              </a:ext>
            </a:extLst>
          </p:cNvPr>
          <p:cNvSpPr/>
          <p:nvPr/>
        </p:nvSpPr>
        <p:spPr>
          <a:xfrm>
            <a:off x="3576536" y="4808007"/>
            <a:ext cx="39319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8C6BAB11-49F0-EDB5-D71A-E75258074D83}"/>
              </a:ext>
            </a:extLst>
          </p:cNvPr>
          <p:cNvSpPr/>
          <p:nvPr/>
        </p:nvSpPr>
        <p:spPr>
          <a:xfrm>
            <a:off x="1255836" y="4799946"/>
            <a:ext cx="39319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68C9A5-C090-D144-15ED-63A99E5AC0E9}"/>
              </a:ext>
            </a:extLst>
          </p:cNvPr>
          <p:cNvSpPr txBox="1"/>
          <p:nvPr/>
        </p:nvSpPr>
        <p:spPr>
          <a:xfrm>
            <a:off x="5290695" y="4115510"/>
            <a:ext cx="69019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Board</a:t>
            </a:r>
            <a:r>
              <a:rPr lang="hu-HU" dirty="0"/>
              <a:t> </a:t>
            </a:r>
            <a:r>
              <a:rPr lang="hu-HU" dirty="0" err="1"/>
              <a:t>overview</a:t>
            </a:r>
            <a:r>
              <a:rPr lang="hu-HU" dirty="0"/>
              <a:t> </a:t>
            </a:r>
            <a:r>
              <a:rPr lang="hu-HU" dirty="0" err="1"/>
              <a:t>type</a:t>
            </a:r>
            <a:r>
              <a:rPr lang="hu-HU" dirty="0"/>
              <a:t> egy képet ad egy </a:t>
            </a:r>
            <a:r>
              <a:rPr lang="hu-HU" dirty="0" err="1"/>
              <a:t>board</a:t>
            </a:r>
            <a:r>
              <a:rPr lang="hu-HU" dirty="0"/>
              <a:t> jelenlegi </a:t>
            </a:r>
            <a:r>
              <a:rPr lang="hu-HU" dirty="0" err="1"/>
              <a:t>állapotárol</a:t>
            </a:r>
            <a:r>
              <a:rPr lang="hu-H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Get_board_overview_fnc</a:t>
            </a:r>
            <a:r>
              <a:rPr lang="hu-HU" dirty="0"/>
              <a:t>: Ty_Board_Overview adatainak összeszedése, aggregálása.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E82A2-8635-1526-3C86-05414037CE69}"/>
              </a:ext>
            </a:extLst>
          </p:cNvPr>
          <p:cNvSpPr txBox="1"/>
          <p:nvPr/>
        </p:nvSpPr>
        <p:spPr>
          <a:xfrm>
            <a:off x="1369656" y="2066885"/>
            <a:ext cx="262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Type</a:t>
            </a:r>
            <a:r>
              <a:rPr lang="hu-HU" sz="2400" dirty="0"/>
              <a:t> </a:t>
            </a:r>
            <a:r>
              <a:rPr lang="hu-HU" sz="2400" dirty="0" err="1"/>
              <a:t>hierarhia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1904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472C-D231-63EC-2120-81FFA18C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B73E9-B313-A983-B8CE-030CA3E1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Készítette: Trunk Péter JD2DT3</a:t>
            </a:r>
          </a:p>
        </p:txBody>
      </p:sp>
    </p:spTree>
    <p:extLst>
      <p:ext uri="{BB962C8B-B14F-4D97-AF65-F5344CB8AC3E}">
        <p14:creationId xmlns:p14="http://schemas.microsoft.com/office/powerpoint/2010/main" val="328626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483</Words>
  <Application>Microsoft Office PowerPoint</Application>
  <PresentationFormat>Szélesvásznú</PresentationFormat>
  <Paragraphs>65</Paragraphs>
  <Slides>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Adatbázisok 2. Projekt Bemutató</vt:lpstr>
      <vt:lpstr>Adatbázis felépítése</vt:lpstr>
      <vt:lpstr>Tábla kezelő PKG-k</vt:lpstr>
      <vt:lpstr>Projekt_mgmt_pkg</vt:lpstr>
      <vt:lpstr>Git Webhook kiértékelés</vt:lpstr>
      <vt:lpstr>Auditáció és history</vt:lpstr>
      <vt:lpstr>Problémák a megvalósítással</vt:lpstr>
      <vt:lpstr>Type-ok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Trunk Péter</dc:creator>
  <cp:lastModifiedBy>Trunk Péter</cp:lastModifiedBy>
  <cp:revision>29</cp:revision>
  <dcterms:created xsi:type="dcterms:W3CDTF">2026-01-12T08:36:12Z</dcterms:created>
  <dcterms:modified xsi:type="dcterms:W3CDTF">2026-01-13T10:31:11Z</dcterms:modified>
</cp:coreProperties>
</file>